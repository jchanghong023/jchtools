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10"/>
          <a:stretch>
            <a:fillRect/>
          </a:stretch>
        </p:blipFill>
        <p:spPr>
          <a:xfrm>
            <a:off x="500000" y="500000"/>
            <a:ext cx="2286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