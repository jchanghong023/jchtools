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4572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09600">
                <a:tc gridSpan="2">
                  <a:txBody>
                    <a:bodyPr/>
                    <a:lstStyle/>
                    <a:p>
                      <a:r>
                        <a:t>Fuse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Circuit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Blower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Cooling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